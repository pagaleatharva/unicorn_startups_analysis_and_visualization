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2F5"/>
          </a:solidFill>
        </a:fill>
      </a:tcStyle>
    </a:wholeTbl>
    <a:band2H>
      <a:tcTxStyle b="def" i="def"/>
      <a:tcStyle>
        <a:tcBdr/>
        <a:fill>
          <a:solidFill>
            <a:srgbClr val="E7F1FA"/>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DF0"/>
          </a:solidFill>
        </a:fill>
      </a:tcStyle>
    </a:wholeTbl>
    <a:band2H>
      <a:tcTxStyle b="def" i="def"/>
      <a:tcStyle>
        <a:tcBdr/>
        <a:fill>
          <a:solidFill>
            <a:srgbClr val="E7F6F8"/>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0DF"/>
          </a:solidFill>
        </a:fill>
      </a:tcStyle>
    </a:wholeTbl>
    <a:band2H>
      <a:tcTxStyle b="def" i="def"/>
      <a:tcStyle>
        <a:tcBdr/>
        <a:fill>
          <a:solidFill>
            <a:srgbClr val="EAF0EF"/>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Franklin Gothic Book"/>
          <a:ea typeface="Franklin Gothic Book"/>
          <a:cs typeface="Franklin Gothic Book"/>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Franklin Gothic Book"/>
          <a:ea typeface="Franklin Gothic Book"/>
          <a:cs typeface="Franklin Gothic 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Franklin Gothic Book"/>
          <a:ea typeface="Franklin Gothic Book"/>
          <a:cs typeface="Franklin Gothic Book"/>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Franklin Gothic Book"/>
          <a:ea typeface="Franklin Gothic Book"/>
          <a:cs typeface="Franklin Gothic Book"/>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7" name="Shape 97"/>
          <p:cNvSpPr/>
          <p:nvPr>
            <p:ph type="sldImg"/>
          </p:nvPr>
        </p:nvSpPr>
        <p:spPr>
          <a:xfrm>
            <a:off x="1143000" y="685800"/>
            <a:ext cx="4572000" cy="3429000"/>
          </a:xfrm>
          <a:prstGeom prst="rect">
            <a:avLst/>
          </a:prstGeom>
        </p:spPr>
        <p:txBody>
          <a:bodyPr/>
          <a:lstStyle/>
          <a:p>
            <a:pPr/>
          </a:p>
        </p:txBody>
      </p:sp>
      <p:sp>
        <p:nvSpPr>
          <p:cNvPr id="98" name="Shape 9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4" name="Rectangle 6"/>
          <p:cNvSpPr/>
          <p:nvPr/>
        </p:nvSpPr>
        <p:spPr>
          <a:xfrm>
            <a:off x="446533" y="3085763"/>
            <a:ext cx="11298933" cy="3338150"/>
          </a:xfrm>
          <a:prstGeom prst="rect">
            <a:avLst/>
          </a:prstGeom>
          <a:solidFill>
            <a:srgbClr val="465359"/>
          </a:solidFill>
          <a:ln w="12700">
            <a:miter lim="400000"/>
          </a:ln>
        </p:spPr>
        <p:txBody>
          <a:bodyPr lIns="45719" rIns="45719"/>
          <a:lstStyle/>
          <a:p>
            <a:pPr/>
          </a:p>
        </p:txBody>
      </p:sp>
      <p:sp>
        <p:nvSpPr>
          <p:cNvPr id="15" name="Title Text"/>
          <p:cNvSpPr txBox="1"/>
          <p:nvPr>
            <p:ph type="title"/>
          </p:nvPr>
        </p:nvSpPr>
        <p:spPr>
          <a:xfrm>
            <a:off x="581190" y="1020431"/>
            <a:ext cx="10993551" cy="1475013"/>
          </a:xfrm>
          <a:prstGeom prst="rect">
            <a:avLst/>
          </a:prstGeom>
        </p:spPr>
        <p:txBody>
          <a:bodyPr/>
          <a:lstStyle>
            <a:lvl1pPr>
              <a:defRPr sz="3600"/>
            </a:lvl1pPr>
          </a:lstStyle>
          <a:p>
            <a:pPr/>
            <a:r>
              <a:t>Title Text</a:t>
            </a:r>
          </a:p>
        </p:txBody>
      </p:sp>
      <p:sp>
        <p:nvSpPr>
          <p:cNvPr id="16" name="Body Level One…"/>
          <p:cNvSpPr txBox="1"/>
          <p:nvPr>
            <p:ph type="body" sz="quarter" idx="1"/>
          </p:nvPr>
        </p:nvSpPr>
        <p:spPr>
          <a:xfrm>
            <a:off x="581193" y="2495444"/>
            <a:ext cx="10993548" cy="590322"/>
          </a:xfrm>
          <a:prstGeom prst="rect">
            <a:avLst/>
          </a:prstGeom>
        </p:spPr>
        <p:txBody>
          <a:bodyPr anchor="t"/>
          <a:lstStyle>
            <a:lvl1pPr marL="0" indent="0">
              <a:buClrTx/>
              <a:buSzTx/>
              <a:buNone/>
              <a:defRPr cap="all" sz="1600">
                <a:solidFill>
                  <a:schemeClr val="accent1"/>
                </a:solidFill>
              </a:defRPr>
            </a:lvl1pPr>
            <a:lvl2pPr marL="0" indent="457200">
              <a:buClrTx/>
              <a:buSzTx/>
              <a:buNone/>
              <a:defRPr cap="all" sz="1600">
                <a:solidFill>
                  <a:schemeClr val="accent1"/>
                </a:solidFill>
              </a:defRPr>
            </a:lvl2pPr>
            <a:lvl3pPr marL="0" indent="914400">
              <a:buClrTx/>
              <a:buSzTx/>
              <a:buNone/>
              <a:defRPr cap="all" sz="1600">
                <a:solidFill>
                  <a:schemeClr val="accent1"/>
                </a:solidFill>
              </a:defRPr>
            </a:lvl3pPr>
            <a:lvl4pPr marL="0" indent="1371600">
              <a:buClrTx/>
              <a:buSzTx/>
              <a:buNone/>
              <a:defRPr cap="all" sz="1600">
                <a:solidFill>
                  <a:schemeClr val="accent1"/>
                </a:solidFill>
              </a:defRPr>
            </a:lvl4pPr>
            <a:lvl5pPr marL="0" indent="1828800">
              <a:buClrTx/>
              <a:buSzTx/>
              <a:buNone/>
              <a:defRPr cap="all" sz="16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33" name="Rectangle 7"/>
          <p:cNvSpPr/>
          <p:nvPr/>
        </p:nvSpPr>
        <p:spPr>
          <a:xfrm>
            <a:off x="447816" y="5141974"/>
            <a:ext cx="11290862" cy="1258828"/>
          </a:xfrm>
          <a:prstGeom prst="rect">
            <a:avLst/>
          </a:prstGeom>
          <a:solidFill>
            <a:srgbClr val="465359"/>
          </a:solidFill>
          <a:ln w="12700">
            <a:miter lim="400000"/>
          </a:ln>
        </p:spPr>
        <p:txBody>
          <a:bodyPr lIns="45719" rIns="45719"/>
          <a:lstStyle/>
          <a:p>
            <a:pPr/>
          </a:p>
        </p:txBody>
      </p:sp>
      <p:sp>
        <p:nvSpPr>
          <p:cNvPr id="34" name="Title Text"/>
          <p:cNvSpPr txBox="1"/>
          <p:nvPr>
            <p:ph type="title"/>
          </p:nvPr>
        </p:nvSpPr>
        <p:spPr>
          <a:xfrm>
            <a:off x="581193" y="2393950"/>
            <a:ext cx="11029616" cy="2147467"/>
          </a:xfrm>
          <a:prstGeom prst="rect">
            <a:avLst/>
          </a:prstGeom>
        </p:spPr>
        <p:txBody>
          <a:bodyPr/>
          <a:lstStyle>
            <a:lvl1pPr>
              <a:defRPr sz="3600"/>
            </a:lvl1pPr>
          </a:lstStyle>
          <a:p>
            <a:pPr/>
            <a:r>
              <a:t>Title Text</a:t>
            </a:r>
          </a:p>
        </p:txBody>
      </p:sp>
      <p:sp>
        <p:nvSpPr>
          <p:cNvPr id="35" name="Body Level One…"/>
          <p:cNvSpPr txBox="1"/>
          <p:nvPr>
            <p:ph type="body" sz="quarter" idx="1"/>
          </p:nvPr>
        </p:nvSpPr>
        <p:spPr>
          <a:xfrm>
            <a:off x="581191" y="4541416"/>
            <a:ext cx="11029617" cy="600557"/>
          </a:xfrm>
          <a:prstGeom prst="rect">
            <a:avLst/>
          </a:prstGeom>
        </p:spPr>
        <p:txBody>
          <a:bodyPr anchor="t"/>
          <a:lstStyle>
            <a:lvl1pPr marL="0" indent="0">
              <a:buClrTx/>
              <a:buSzTx/>
              <a:buNone/>
              <a:defRPr cap="all" sz="1800">
                <a:solidFill>
                  <a:schemeClr val="accent1"/>
                </a:solidFill>
              </a:defRPr>
            </a:lvl1pPr>
            <a:lvl2pPr marL="0" indent="457200">
              <a:buClrTx/>
              <a:buSzTx/>
              <a:buNone/>
              <a:defRPr cap="all" sz="1800">
                <a:solidFill>
                  <a:schemeClr val="accent1"/>
                </a:solidFill>
              </a:defRPr>
            </a:lvl2pPr>
            <a:lvl3pPr marL="0" indent="914400">
              <a:buClrTx/>
              <a:buSzTx/>
              <a:buNone/>
              <a:defRPr cap="all" sz="1800">
                <a:solidFill>
                  <a:schemeClr val="accent1"/>
                </a:solidFill>
              </a:defRPr>
            </a:lvl3pPr>
            <a:lvl4pPr marL="0" indent="1371600">
              <a:buClrTx/>
              <a:buSzTx/>
              <a:buNone/>
              <a:defRPr cap="all" sz="1800">
                <a:solidFill>
                  <a:schemeClr val="accent1"/>
                </a:solidFill>
              </a:defRPr>
            </a:lvl4pPr>
            <a:lvl5pPr marL="0" indent="1828800">
              <a:buClrTx/>
              <a:buSzTx/>
              <a:buNone/>
              <a:defRPr cap="all" sz="18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3" name="Title Text"/>
          <p:cNvSpPr txBox="1"/>
          <p:nvPr>
            <p:ph type="title"/>
          </p:nvPr>
        </p:nvSpPr>
        <p:spPr>
          <a:xfrm>
            <a:off x="581193" y="729657"/>
            <a:ext cx="11029616" cy="492856"/>
          </a:xfrm>
          <a:prstGeom prst="rect">
            <a:avLst/>
          </a:prstGeom>
        </p:spPr>
        <p:txBody>
          <a:bodyPr/>
          <a:lstStyle/>
          <a:p>
            <a:pPr/>
            <a:r>
              <a:t>Title Text</a:t>
            </a:r>
          </a:p>
        </p:txBody>
      </p:sp>
      <p:sp>
        <p:nvSpPr>
          <p:cNvPr id="44" name="Body Level One…"/>
          <p:cNvSpPr txBox="1"/>
          <p:nvPr>
            <p:ph type="body" sz="half" idx="1"/>
          </p:nvPr>
        </p:nvSpPr>
        <p:spPr>
          <a:xfrm>
            <a:off x="581193" y="1391479"/>
            <a:ext cx="5194768" cy="446957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2" name="Title Text"/>
          <p:cNvSpPr txBox="1"/>
          <p:nvPr>
            <p:ph type="title"/>
          </p:nvPr>
        </p:nvSpPr>
        <p:spPr>
          <a:xfrm>
            <a:off x="581193" y="729657"/>
            <a:ext cx="11029616" cy="988334"/>
          </a:xfrm>
          <a:prstGeom prst="rect">
            <a:avLst/>
          </a:prstGeom>
        </p:spPr>
        <p:txBody>
          <a:bodyPr/>
          <a:lstStyle/>
          <a:p>
            <a:pPr/>
            <a:r>
              <a:t>Title Text</a:t>
            </a:r>
          </a:p>
        </p:txBody>
      </p:sp>
      <p:sp>
        <p:nvSpPr>
          <p:cNvPr id="53" name="Body Level One…"/>
          <p:cNvSpPr txBox="1"/>
          <p:nvPr>
            <p:ph type="body" sz="quarter" idx="1"/>
          </p:nvPr>
        </p:nvSpPr>
        <p:spPr>
          <a:xfrm>
            <a:off x="581190" y="2250891"/>
            <a:ext cx="5194770" cy="557785"/>
          </a:xfrm>
          <a:prstGeom prst="rect">
            <a:avLst/>
          </a:prstGeom>
        </p:spPr>
        <p:txBody>
          <a:bodyPr/>
          <a:lstStyle>
            <a:lvl1pPr marL="0" indent="0">
              <a:buClrTx/>
              <a:buSzTx/>
              <a:buNone/>
              <a:defRPr sz="2000"/>
            </a:lvl1pPr>
            <a:lvl2pPr marL="0" indent="457200">
              <a:buClrTx/>
              <a:buSzTx/>
              <a:buNone/>
              <a:defRPr sz="2000"/>
            </a:lvl2pPr>
            <a:lvl3pPr marL="0" indent="914400">
              <a:buClrTx/>
              <a:buSzTx/>
              <a:buNone/>
              <a:defRPr sz="2000"/>
            </a:lvl3pPr>
            <a:lvl4pPr marL="0" indent="1371600">
              <a:buClrTx/>
              <a:buSzTx/>
              <a:buNone/>
              <a:defRPr sz="2000"/>
            </a:lvl4pPr>
            <a:lvl5pPr marL="0" indent="1828800">
              <a:buClrTx/>
              <a:buSz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54" name="Text Placeholder 4"/>
          <p:cNvSpPr/>
          <p:nvPr>
            <p:ph type="body" sz="quarter" idx="21"/>
          </p:nvPr>
        </p:nvSpPr>
        <p:spPr>
          <a:xfrm>
            <a:off x="6416038" y="2250892"/>
            <a:ext cx="5194772" cy="553374"/>
          </a:xfrm>
          <a:prstGeom prst="rect">
            <a:avLst/>
          </a:prstGeom>
        </p:spPr>
        <p:txBody>
          <a:bodyPr/>
          <a:lstStyle/>
          <a:p>
            <a:pPr marL="0" indent="0">
              <a:lnSpc>
                <a:spcPct val="100000"/>
              </a:lnSpc>
              <a:buClrTx/>
              <a:buSzTx/>
              <a:buNone/>
              <a:defRPr sz="2000"/>
            </a:pPr>
          </a:p>
        </p:txBody>
      </p:sp>
      <p:sp>
        <p:nvSpPr>
          <p:cNvPr id="55"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2" name="Title Text"/>
          <p:cNvSpPr txBox="1"/>
          <p:nvPr>
            <p:ph type="title"/>
          </p:nvPr>
        </p:nvSpPr>
        <p:spPr>
          <a:xfrm>
            <a:off x="575894" y="729657"/>
            <a:ext cx="11029616" cy="592248"/>
          </a:xfrm>
          <a:prstGeom prst="rect">
            <a:avLst/>
          </a:prstGeom>
        </p:spPr>
        <p:txBody>
          <a:bodyPr/>
          <a:lstStyle/>
          <a:p>
            <a:pPr/>
            <a:r>
              <a:t>Title Text</a:t>
            </a:r>
          </a:p>
        </p:txBody>
      </p:sp>
      <p:sp>
        <p:nvSpPr>
          <p:cNvPr id="63"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0"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7" name="Rectangle 8"/>
          <p:cNvSpPr/>
          <p:nvPr/>
        </p:nvSpPr>
        <p:spPr>
          <a:xfrm>
            <a:off x="447817" y="601199"/>
            <a:ext cx="3682723" cy="5815477"/>
          </a:xfrm>
          <a:prstGeom prst="rect">
            <a:avLst/>
          </a:prstGeom>
          <a:solidFill>
            <a:srgbClr val="465359"/>
          </a:solidFill>
          <a:ln w="12700">
            <a:miter lim="400000"/>
          </a:ln>
        </p:spPr>
        <p:txBody>
          <a:bodyPr lIns="45719" rIns="45719"/>
          <a:lstStyle/>
          <a:p>
            <a:pPr/>
          </a:p>
        </p:txBody>
      </p:sp>
      <p:sp>
        <p:nvSpPr>
          <p:cNvPr id="78" name="Title Text"/>
          <p:cNvSpPr txBox="1"/>
          <p:nvPr>
            <p:ph type="title"/>
          </p:nvPr>
        </p:nvSpPr>
        <p:spPr>
          <a:xfrm>
            <a:off x="767857" y="933450"/>
            <a:ext cx="3031852" cy="1722420"/>
          </a:xfrm>
          <a:prstGeom prst="rect">
            <a:avLst/>
          </a:prstGeom>
        </p:spPr>
        <p:txBody>
          <a:bodyPr/>
          <a:lstStyle>
            <a:lvl1pPr>
              <a:defRPr sz="2400">
                <a:solidFill>
                  <a:srgbClr val="FFFFFF"/>
                </a:solidFill>
              </a:defRPr>
            </a:lvl1pPr>
          </a:lstStyle>
          <a:p>
            <a:pPr/>
            <a:r>
              <a:t>Title Text</a:t>
            </a:r>
          </a:p>
        </p:txBody>
      </p:sp>
      <p:sp>
        <p:nvSpPr>
          <p:cNvPr id="79" name="Body Level One…"/>
          <p:cNvSpPr txBox="1"/>
          <p:nvPr>
            <p:ph type="body" sz="half" idx="1"/>
          </p:nvPr>
        </p:nvSpPr>
        <p:spPr>
          <a:xfrm>
            <a:off x="4900927" y="1179828"/>
            <a:ext cx="6650992" cy="4658218"/>
          </a:xfrm>
          <a:prstGeom prst="rect">
            <a:avLst/>
          </a:prstGeom>
        </p:spPr>
        <p:txBody>
          <a:bodyPr/>
          <a:lstStyle>
            <a:lvl1pPr>
              <a:defRPr sz="2000">
                <a:solidFill>
                  <a:srgbClr val="335B74"/>
                </a:solidFill>
              </a:defRPr>
            </a:lvl1pPr>
            <a:lvl2pPr marL="663999" indent="-339999">
              <a:defRPr sz="2000">
                <a:solidFill>
                  <a:srgbClr val="335B74"/>
                </a:solidFill>
              </a:defRPr>
            </a:lvl2pPr>
            <a:lvl3pPr marL="967500" indent="-337500">
              <a:defRPr sz="2000">
                <a:solidFill>
                  <a:srgbClr val="335B74"/>
                </a:solidFill>
              </a:defRPr>
            </a:lvl3pPr>
            <a:lvl4pPr marL="1342285" indent="-334285">
              <a:defRPr sz="2000">
                <a:solidFill>
                  <a:srgbClr val="335B74"/>
                </a:solidFill>
              </a:defRPr>
            </a:lvl4pPr>
            <a:lvl5pPr marL="1702285" indent="-334285">
              <a:defRPr sz="2000">
                <a:solidFill>
                  <a:srgbClr val="335B74"/>
                </a:solidFill>
              </a:defRPr>
            </a:lvl5pPr>
          </a:lstStyle>
          <a:p>
            <a:pPr/>
            <a:r>
              <a:t>Body Level One</a:t>
            </a:r>
          </a:p>
          <a:p>
            <a:pPr lvl="1"/>
            <a:r>
              <a:t>Body Level Two</a:t>
            </a:r>
          </a:p>
          <a:p>
            <a:pPr lvl="2"/>
            <a:r>
              <a:t>Body Level Three</a:t>
            </a:r>
          </a:p>
          <a:p>
            <a:pPr lvl="3"/>
            <a:r>
              <a:t>Body Level Four</a:t>
            </a:r>
          </a:p>
          <a:p>
            <a:pPr lvl="4"/>
            <a:r>
              <a:t>Body Level Five</a:t>
            </a:r>
          </a:p>
        </p:txBody>
      </p:sp>
      <p:sp>
        <p:nvSpPr>
          <p:cNvPr id="80" name="Text Placeholder 3"/>
          <p:cNvSpPr/>
          <p:nvPr>
            <p:ph type="body" sz="quarter" idx="21"/>
          </p:nvPr>
        </p:nvSpPr>
        <p:spPr>
          <a:xfrm>
            <a:off x="767857" y="2836653"/>
            <a:ext cx="3031852" cy="3001393"/>
          </a:xfrm>
          <a:prstGeom prst="rect">
            <a:avLst/>
          </a:prstGeom>
        </p:spPr>
        <p:txBody>
          <a:bodyPr anchor="t"/>
          <a:lstStyle/>
          <a:p>
            <a:pPr marL="0" indent="0">
              <a:buClrTx/>
              <a:buSzTx/>
              <a:buNone/>
              <a:defRPr sz="1600">
                <a:solidFill>
                  <a:srgbClr val="FFFFFF"/>
                </a:solidFill>
              </a:defRPr>
            </a:pPr>
          </a:p>
        </p:txBody>
      </p:sp>
      <p:sp>
        <p:nvSpPr>
          <p:cNvPr id="81" name="Slide Number"/>
          <p:cNvSpPr txBox="1"/>
          <p:nvPr>
            <p:ph type="sldNum" sz="quarter" idx="2"/>
          </p:nvPr>
        </p:nvSpPr>
        <p:spPr>
          <a:xfrm>
            <a:off x="11379568" y="6525508"/>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8" name="Title Text"/>
          <p:cNvSpPr txBox="1"/>
          <p:nvPr>
            <p:ph type="title"/>
          </p:nvPr>
        </p:nvSpPr>
        <p:spPr>
          <a:xfrm>
            <a:off x="581193" y="4693389"/>
            <a:ext cx="11029616" cy="566739"/>
          </a:xfrm>
          <a:prstGeom prst="rect">
            <a:avLst/>
          </a:prstGeom>
        </p:spPr>
        <p:txBody>
          <a:bodyPr/>
          <a:lstStyle>
            <a:lvl1pPr>
              <a:defRPr sz="2400"/>
            </a:lvl1pPr>
          </a:lstStyle>
          <a:p>
            <a:pPr/>
            <a:r>
              <a:t>Title Text</a:t>
            </a:r>
          </a:p>
        </p:txBody>
      </p:sp>
      <p:sp>
        <p:nvSpPr>
          <p:cNvPr id="89" name="Picture Placeholder 2"/>
          <p:cNvSpPr/>
          <p:nvPr>
            <p:ph type="pic" idx="21"/>
          </p:nvPr>
        </p:nvSpPr>
        <p:spPr>
          <a:xfrm>
            <a:off x="447816" y="641350"/>
            <a:ext cx="11290860" cy="3651249"/>
          </a:xfrm>
          <a:prstGeom prst="rect">
            <a:avLst/>
          </a:prstGeom>
        </p:spPr>
        <p:txBody>
          <a:bodyPr lIns="91439" rIns="91439" anchor="t">
            <a:noAutofit/>
          </a:bodyPr>
          <a:lstStyle/>
          <a:p>
            <a:pPr/>
          </a:p>
        </p:txBody>
      </p:sp>
      <p:sp>
        <p:nvSpPr>
          <p:cNvPr id="90" name="Body Level One…"/>
          <p:cNvSpPr txBox="1"/>
          <p:nvPr>
            <p:ph type="body" sz="quarter" idx="1"/>
          </p:nvPr>
        </p:nvSpPr>
        <p:spPr>
          <a:xfrm>
            <a:off x="581191" y="5260126"/>
            <a:ext cx="11029618" cy="998149"/>
          </a:xfrm>
          <a:prstGeom prst="rect">
            <a:avLst/>
          </a:prstGeom>
        </p:spPr>
        <p:txBody>
          <a:bodyPr anchor="t"/>
          <a:lstStyle>
            <a:lvl1pPr marL="0" indent="0">
              <a:buClrTx/>
              <a:buSzTx/>
              <a:buNone/>
              <a:defRPr sz="1600"/>
            </a:lvl1pPr>
            <a:lvl2pPr marL="0" indent="457200">
              <a:buClrTx/>
              <a:buSzTx/>
              <a:buNone/>
              <a:defRPr sz="1600"/>
            </a:lvl2pPr>
            <a:lvl3pPr marL="0" indent="914400">
              <a:buClrTx/>
              <a:buSzTx/>
              <a:buNone/>
              <a:defRPr sz="1600"/>
            </a:lvl3pPr>
            <a:lvl4pPr marL="0" indent="1371600">
              <a:buClrTx/>
              <a:buSzTx/>
              <a:buNone/>
              <a:defRPr sz="1600"/>
            </a:lvl4pPr>
            <a:lvl5pPr marL="0" indent="1828800">
              <a:buClrTx/>
              <a:buSz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1" name="Slide Number"/>
          <p:cNvSpPr txBox="1"/>
          <p:nvPr>
            <p:ph type="sldNum" sz="quarter" idx="2"/>
          </p:nvPr>
        </p:nvSpPr>
        <p:spPr>
          <a:xfrm>
            <a:off x="11379568" y="6492506"/>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8"/>
          <p:cNvSpPr/>
          <p:nvPr/>
        </p:nvSpPr>
        <p:spPr>
          <a:xfrm>
            <a:off x="446533" y="457200"/>
            <a:ext cx="3703322" cy="94997"/>
          </a:xfrm>
          <a:prstGeom prst="rect">
            <a:avLst/>
          </a:prstGeom>
          <a:solidFill>
            <a:srgbClr val="465359"/>
          </a:solidFill>
          <a:ln w="12700">
            <a:miter lim="400000"/>
          </a:ln>
        </p:spPr>
        <p:txBody>
          <a:bodyPr lIns="45719" rIns="45719"/>
          <a:lstStyle/>
          <a:p>
            <a:pPr/>
          </a:p>
        </p:txBody>
      </p:sp>
      <p:sp>
        <p:nvSpPr>
          <p:cNvPr id="3" name="Rectangle 9"/>
          <p:cNvSpPr/>
          <p:nvPr/>
        </p:nvSpPr>
        <p:spPr>
          <a:xfrm>
            <a:off x="8042147" y="453642"/>
            <a:ext cx="3703321" cy="98555"/>
          </a:xfrm>
          <a:prstGeom prst="rect">
            <a:avLst/>
          </a:prstGeom>
          <a:solidFill>
            <a:srgbClr val="969FA7"/>
          </a:solidFill>
          <a:ln w="12700">
            <a:miter lim="400000"/>
          </a:ln>
        </p:spPr>
        <p:txBody>
          <a:bodyPr lIns="45719" rIns="45719"/>
          <a:lstStyle/>
          <a:p>
            <a:pPr/>
          </a:p>
        </p:txBody>
      </p:sp>
      <p:sp>
        <p:nvSpPr>
          <p:cNvPr id="4" name="Rectangle 10"/>
          <p:cNvSpPr/>
          <p:nvPr/>
        </p:nvSpPr>
        <p:spPr>
          <a:xfrm>
            <a:off x="4241829" y="457199"/>
            <a:ext cx="3703321" cy="91442"/>
          </a:xfrm>
          <a:prstGeom prst="rect">
            <a:avLst/>
          </a:prstGeom>
          <a:solidFill>
            <a:schemeClr val="accent1"/>
          </a:solidFill>
          <a:ln w="12700">
            <a:miter lim="400000"/>
          </a:ln>
        </p:spPr>
        <p:txBody>
          <a:bodyPr lIns="45719" rIns="45719"/>
          <a:lstStyle/>
          <a:p>
            <a:pPr/>
          </a:p>
        </p:txBody>
      </p:sp>
      <p:sp>
        <p:nvSpPr>
          <p:cNvPr id="5" name="Title Text"/>
          <p:cNvSpPr txBox="1"/>
          <p:nvPr>
            <p:ph type="title"/>
          </p:nvPr>
        </p:nvSpPr>
        <p:spPr>
          <a:xfrm>
            <a:off x="581191" y="702155"/>
            <a:ext cx="11029617" cy="530298"/>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Title Text</a:t>
            </a:r>
          </a:p>
        </p:txBody>
      </p:sp>
      <p:sp>
        <p:nvSpPr>
          <p:cNvPr id="6" name="Body Level One…"/>
          <p:cNvSpPr txBox="1"/>
          <p:nvPr>
            <p:ph type="body" idx="1"/>
          </p:nvPr>
        </p:nvSpPr>
        <p:spPr>
          <a:xfrm>
            <a:off x="581191" y="1302025"/>
            <a:ext cx="11029617" cy="46733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7"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900">
                <a:solidFill>
                  <a:srgbClr val="40404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1pPr>
      <a:lvl2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2pPr>
      <a:lvl3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3pPr>
      <a:lvl4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4pPr>
      <a:lvl5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5pPr>
      <a:lvl6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6pPr>
      <a:lvl7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7pPr>
      <a:lvl8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8pPr>
      <a:lvl9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9pPr>
    </p:titleStyle>
    <p:bodyStyle>
      <a:lvl1pPr marL="305999" marR="0" indent="-305999"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1pPr>
      <a:lvl2pPr marL="695571" marR="0" indent="-371571"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2pPr>
      <a:lvl3pPr marL="983076" marR="0" indent="-353076"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3pPr>
      <a:lvl4pPr marL="1369636" marR="0" indent="-361636"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4pPr>
      <a:lvl5pPr marL="1729636" marR="0" indent="-361636"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5pPr>
      <a:lvl6pPr marL="1995249"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6pPr>
      <a:lvl7pPr marL="2295250"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7pPr>
      <a:lvl8pPr marL="2595249"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8pPr>
      <a:lvl9pPr marL="2895250"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1pPr>
      <a:lvl2pPr marL="0" marR="0" indent="457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2pPr>
      <a:lvl3pPr marL="0" marR="0" indent="914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3pPr>
      <a:lvl4pPr marL="0" marR="0" indent="1371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4pPr>
      <a:lvl5pPr marL="0" marR="0" indent="18288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5pPr>
      <a:lvl6pPr marL="0" marR="0" indent="22860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6pPr>
      <a:lvl7pPr marL="0" marR="0" indent="2743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7pPr>
      <a:lvl8pPr marL="0" marR="0" indent="3200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8pPr>
      <a:lvl9pPr marL="0" marR="0" indent="3657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2.deloitte.com/in/en.html" TargetMode="External"/><Relationship Id="rId3" Type="http://schemas.openxmlformats.org/officeDocument/2006/relationships/hyperlink" Target="https://books.google.com/" TargetMode="External"/><Relationship Id="rId4" Type="http://schemas.openxmlformats.org/officeDocument/2006/relationships/hyperlink" Target="https://www.wsj.com/" TargetMode="External"/><Relationship Id="rId5" Type="http://schemas.openxmlformats.org/officeDocument/2006/relationships/hyperlink" Target="https://wellfound.com/" TargetMode="External"/><Relationship Id="rId6" Type="http://schemas.openxmlformats.org/officeDocument/2006/relationships/hyperlink" Target="https://hbr.org/"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ctrTitle"/>
          </p:nvPr>
        </p:nvSpPr>
        <p:spPr>
          <a:xfrm>
            <a:off x="1359108" y="1821634"/>
            <a:ext cx="9144001" cy="977779"/>
          </a:xfrm>
          <a:prstGeom prst="rect">
            <a:avLst/>
          </a:prstGeom>
        </p:spPr>
        <p:txBody>
          <a:bodyPr/>
          <a:lstStyle>
            <a:lvl1pPr algn="ctr">
              <a:defRPr>
                <a:solidFill>
                  <a:schemeClr val="accent1"/>
                </a:solidFill>
                <a:latin typeface="Arial"/>
                <a:ea typeface="Arial"/>
                <a:cs typeface="Arial"/>
                <a:sym typeface="Arial"/>
              </a:defRPr>
            </a:lvl1pPr>
          </a:lstStyle>
          <a:p>
            <a:pPr/>
            <a:r>
              <a:t>Unicorn Startups Data Analysis</a:t>
            </a:r>
          </a:p>
        </p:txBody>
      </p:sp>
      <p:sp>
        <p:nvSpPr>
          <p:cNvPr id="101" name="TextBox 3"/>
          <p:cNvSpPr txBox="1"/>
          <p:nvPr/>
        </p:nvSpPr>
        <p:spPr>
          <a:xfrm>
            <a:off x="1689011" y="4343768"/>
            <a:ext cx="7888743" cy="9594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a:solidFill>
                  <a:srgbClr val="1482AC"/>
                </a:solidFill>
                <a:latin typeface="Arial"/>
                <a:ea typeface="Arial"/>
                <a:cs typeface="Arial"/>
                <a:sym typeface="Arial"/>
              </a:defRPr>
            </a:pPr>
            <a:r>
              <a:t>Presented By:- Atharva Maruti Pagale</a:t>
            </a:r>
          </a:p>
          <a:p>
            <a:pPr>
              <a:defRPr b="1" sz="2000">
                <a:solidFill>
                  <a:srgbClr val="1482AC"/>
                </a:solidFill>
                <a:latin typeface="Arial"/>
                <a:ea typeface="Arial"/>
                <a:cs typeface="Arial"/>
                <a:sym typeface="Arial"/>
              </a:defRPr>
            </a:pPr>
            <a:r>
              <a:t>College name:- Dhole Patil collage of enginerring Kharadi</a:t>
            </a:r>
          </a:p>
          <a:p>
            <a:pPr>
              <a:defRPr b="1" sz="2000">
                <a:solidFill>
                  <a:srgbClr val="1482AC"/>
                </a:solidFill>
                <a:latin typeface="Arial"/>
                <a:ea typeface="Arial"/>
                <a:cs typeface="Arial"/>
                <a:sym typeface="Arial"/>
              </a:defRPr>
            </a:pPr>
            <a:r>
              <a:t>Department:–Computer Engineering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xfrm>
            <a:off x="849573" y="558468"/>
            <a:ext cx="10515601" cy="1325563"/>
          </a:xfrm>
          <a:prstGeom prst="rect">
            <a:avLst/>
          </a:prstGeom>
        </p:spPr>
        <p:txBody>
          <a:bodyPr/>
          <a:lstStyle>
            <a:lvl1pPr>
              <a:defRPr>
                <a:solidFill>
                  <a:srgbClr val="002060"/>
                </a:solidFill>
                <a:latin typeface="Arial"/>
                <a:ea typeface="Arial"/>
                <a:cs typeface="Arial"/>
                <a:sym typeface="Arial"/>
              </a:defRPr>
            </a:lvl1pPr>
          </a:lstStyle>
          <a:p>
            <a:pPr/>
            <a:r>
              <a:t>OUTLINE</a:t>
            </a:r>
          </a:p>
        </p:txBody>
      </p:sp>
      <p:sp>
        <p:nvSpPr>
          <p:cNvPr id="104" name="Content Placeholder 2"/>
          <p:cNvSpPr txBox="1"/>
          <p:nvPr>
            <p:ph type="body" idx="1"/>
          </p:nvPr>
        </p:nvSpPr>
        <p:spPr>
          <a:xfrm>
            <a:off x="838199" y="1618938"/>
            <a:ext cx="11019022" cy="5239063"/>
          </a:xfrm>
          <a:prstGeom prst="rect">
            <a:avLst/>
          </a:prstGeom>
        </p:spPr>
        <p:txBody>
          <a:bodyPr anchor="t"/>
          <a:lstStyle/>
          <a:p>
            <a:pPr marL="0" indent="0">
              <a:buSzTx/>
              <a:buFont typeface="Wingdings 2"/>
              <a:buNone/>
              <a:defRPr b="1" sz="2000">
                <a:latin typeface="Arial"/>
                <a:ea typeface="Arial"/>
                <a:cs typeface="Arial"/>
                <a:sym typeface="Arial"/>
              </a:defRPr>
            </a:pPr>
            <a:r>
              <a:t>  </a:t>
            </a:r>
          </a:p>
          <a:p>
            <a:pPr>
              <a:defRPr b="1" sz="2000">
                <a:latin typeface="Arial"/>
                <a:ea typeface="Arial"/>
                <a:cs typeface="Arial"/>
                <a:sym typeface="Arial"/>
              </a:defRPr>
            </a:pPr>
            <a:r>
              <a:t>Problem Statement </a:t>
            </a:r>
          </a:p>
          <a:p>
            <a:pPr>
              <a:defRPr b="1" sz="2000">
                <a:latin typeface="Arial"/>
                <a:ea typeface="Arial"/>
                <a:cs typeface="Arial"/>
                <a:sym typeface="Arial"/>
              </a:defRPr>
            </a:pPr>
            <a:r>
              <a:t>Proposed System/Solution</a:t>
            </a:r>
          </a:p>
          <a:p>
            <a:pPr>
              <a:defRPr b="1" sz="2000">
                <a:latin typeface="Arial"/>
                <a:ea typeface="Arial"/>
                <a:cs typeface="Arial"/>
                <a:sym typeface="Arial"/>
              </a:defRPr>
            </a:pPr>
            <a:r>
              <a:t>System Development Approach</a:t>
            </a:r>
            <a:r>
              <a:rPr b="0"/>
              <a:t> </a:t>
            </a:r>
          </a:p>
          <a:p>
            <a:pPr>
              <a:defRPr b="1" sz="2000">
                <a:latin typeface="Arial"/>
                <a:ea typeface="Arial"/>
                <a:cs typeface="Arial"/>
                <a:sym typeface="Arial"/>
              </a:defRPr>
            </a:pPr>
            <a:r>
              <a:t>Algorithm &amp; Deployment  </a:t>
            </a:r>
          </a:p>
          <a:p>
            <a:pPr>
              <a:defRPr b="1" sz="2000">
                <a:latin typeface="Arial"/>
                <a:ea typeface="Arial"/>
                <a:cs typeface="Arial"/>
                <a:sym typeface="Arial"/>
              </a:defRPr>
            </a:pPr>
            <a:r>
              <a:t>Result</a:t>
            </a:r>
          </a:p>
          <a:p>
            <a:pPr>
              <a:defRPr b="1" sz="2000">
                <a:latin typeface="Arial"/>
                <a:ea typeface="Arial"/>
                <a:cs typeface="Arial"/>
                <a:sym typeface="Arial"/>
              </a:defRPr>
            </a:pPr>
            <a:r>
              <a:t>Conclusion</a:t>
            </a:r>
          </a:p>
          <a:p>
            <a:pPr>
              <a:defRPr b="1" sz="2000">
                <a:latin typeface="Arial"/>
                <a:ea typeface="Arial"/>
                <a:cs typeface="Arial"/>
                <a:sym typeface="Arial"/>
              </a:defRPr>
            </a:pPr>
            <a:r>
              <a:t>Future Scope</a:t>
            </a:r>
          </a:p>
          <a:p>
            <a:pPr>
              <a:defRPr b="1" sz="2000">
                <a:latin typeface="Arial"/>
                <a:ea typeface="Arial"/>
                <a:cs typeface="Arial"/>
                <a:sym typeface="Arial"/>
              </a:defRPr>
            </a:pPr>
            <a:r>
              <a:t>References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4"/>
          <p:cNvSpPr txBox="1"/>
          <p:nvPr>
            <p:ph type="title"/>
          </p:nvPr>
        </p:nvSpPr>
        <p:spPr>
          <a:xfrm>
            <a:off x="581192" y="702155"/>
            <a:ext cx="11029616" cy="530297"/>
          </a:xfrm>
          <a:prstGeom prst="rect">
            <a:avLst/>
          </a:prstGeom>
        </p:spPr>
        <p:txBody>
          <a:bodyPr/>
          <a:lstStyle>
            <a:lvl1pPr defTabSz="365760">
              <a:defRPr sz="3120">
                <a:solidFill>
                  <a:schemeClr val="accent1"/>
                </a:solidFill>
                <a:latin typeface="Arial"/>
                <a:ea typeface="Arial"/>
                <a:cs typeface="Arial"/>
                <a:sym typeface="Arial"/>
              </a:defRPr>
            </a:lvl1pPr>
          </a:lstStyle>
          <a:p>
            <a:pPr/>
            <a:r>
              <a:t>Problem Statement</a:t>
            </a:r>
          </a:p>
        </p:txBody>
      </p:sp>
      <p:sp>
        <p:nvSpPr>
          <p:cNvPr id="107" name="Content Placeholder 1"/>
          <p:cNvSpPr txBox="1"/>
          <p:nvPr>
            <p:ph type="body" idx="1"/>
          </p:nvPr>
        </p:nvSpPr>
        <p:spPr>
          <a:xfrm>
            <a:off x="452402" y="1237631"/>
            <a:ext cx="11029617" cy="4673326"/>
          </a:xfrm>
          <a:prstGeom prst="rect">
            <a:avLst/>
          </a:prstGeom>
        </p:spPr>
        <p:txBody>
          <a:bodyPr/>
          <a:lstStyle>
            <a:lvl1pPr marL="0" indent="0">
              <a:buSzTx/>
              <a:buFont typeface="Wingdings 2"/>
              <a:buNone/>
              <a:defRPr sz="2800">
                <a:solidFill>
                  <a:srgbClr val="0F0F0F"/>
                </a:solidFill>
              </a:defRPr>
            </a:lvl1pPr>
          </a:lstStyle>
          <a:p>
            <a:pPr/>
            <a:r>
              <a:t>Unicorn startups are privately held companies valued at over $1 billion, and they are a significant focus in the global business landscape. Analyzing data related to unicorn startups provides a valuable opportunity to understand the factors contributing to their success. The aim of this data analysis project is to discover patterns, trends, and key indicators that set unicorn startups apart from other companies..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itle 4"/>
          <p:cNvSpPr txBox="1"/>
          <p:nvPr>
            <p:ph type="title"/>
          </p:nvPr>
        </p:nvSpPr>
        <p:spPr>
          <a:xfrm>
            <a:off x="581192" y="702155"/>
            <a:ext cx="11029616" cy="530297"/>
          </a:xfrm>
          <a:prstGeom prst="rect">
            <a:avLst/>
          </a:prstGeom>
        </p:spPr>
        <p:txBody>
          <a:bodyPr/>
          <a:lstStyle>
            <a:lvl1pPr defTabSz="365760">
              <a:defRPr sz="3120">
                <a:solidFill>
                  <a:schemeClr val="accent1"/>
                </a:solidFill>
                <a:latin typeface="Arial"/>
                <a:ea typeface="Arial"/>
                <a:cs typeface="Arial"/>
                <a:sym typeface="Arial"/>
              </a:defRPr>
            </a:lvl1pPr>
          </a:lstStyle>
          <a:p>
            <a:pPr/>
            <a:r>
              <a:t>Proposed Solution</a:t>
            </a:r>
          </a:p>
        </p:txBody>
      </p:sp>
      <p:sp>
        <p:nvSpPr>
          <p:cNvPr id="110" name="Content Placeholder 1"/>
          <p:cNvSpPr txBox="1"/>
          <p:nvPr>
            <p:ph type="body" idx="1"/>
          </p:nvPr>
        </p:nvSpPr>
        <p:spPr>
          <a:xfrm>
            <a:off x="441671" y="1087377"/>
            <a:ext cx="11613485" cy="5563975"/>
          </a:xfrm>
          <a:prstGeom prst="rect">
            <a:avLst/>
          </a:prstGeom>
        </p:spPr>
        <p:txBody>
          <a:bodyPr/>
          <a:lstStyle/>
          <a:p>
            <a:pPr marL="305434" indent="-305434">
              <a:defRPr b="1" sz="1200">
                <a:latin typeface="+mn-lt"/>
                <a:ea typeface="+mn-ea"/>
                <a:cs typeface="+mn-cs"/>
                <a:sym typeface="Calibri"/>
              </a:defRPr>
            </a:pPr>
          </a:p>
          <a:p>
            <a:pPr marL="305434" indent="-305434">
              <a:defRPr b="1" sz="1200">
                <a:latin typeface="+mn-lt"/>
                <a:ea typeface="+mn-ea"/>
                <a:cs typeface="+mn-cs"/>
                <a:sym typeface="Calibri"/>
              </a:defRPr>
            </a:pPr>
            <a:r>
              <a:t>To address the outlined problem statement, a comprehensive data analysis approach will be undertaken. The solution involves a series of steps and methodologies to extract meaningful insights from the dataset of unicorn startups. Here is a proposed solution:</a:t>
            </a:r>
          </a:p>
          <a:p>
            <a:pPr marL="305434" indent="-305434">
              <a:defRPr b="1" sz="1200">
                <a:latin typeface="+mn-lt"/>
                <a:ea typeface="+mn-ea"/>
                <a:cs typeface="+mn-cs"/>
                <a:sym typeface="Calibri"/>
              </a:defRPr>
            </a:pPr>
            <a:r>
              <a:t>Data Collection:</a:t>
            </a:r>
          </a:p>
          <a:p>
            <a:pPr marL="305434" indent="-305434">
              <a:defRPr b="1" sz="1200">
                <a:latin typeface="+mn-lt"/>
                <a:ea typeface="+mn-ea"/>
                <a:cs typeface="+mn-cs"/>
                <a:sym typeface="Calibri"/>
              </a:defRPr>
            </a:pPr>
            <a:r>
              <a:t>Gather a diverse dataset of unicorn startups, including information on funding rounds, investor details, geographical location, industry, financial metrics, exit strategies, and any relevant risk factors.</a:t>
            </a:r>
          </a:p>
          <a:p>
            <a:pPr marL="305434" indent="-305434">
              <a:defRPr b="1" sz="1200">
                <a:latin typeface="+mn-lt"/>
                <a:ea typeface="+mn-ea"/>
                <a:cs typeface="+mn-cs"/>
                <a:sym typeface="Calibri"/>
              </a:defRPr>
            </a:pPr>
            <a:r>
              <a:t>Data Preprocessing:</a:t>
            </a:r>
          </a:p>
          <a:p>
            <a:pPr lvl="1" marL="629919" indent="-305434">
              <a:lnSpc>
                <a:spcPct val="100000"/>
              </a:lnSpc>
              <a:defRPr b="1" sz="1200">
                <a:latin typeface="+mn-lt"/>
                <a:ea typeface="+mn-ea"/>
                <a:cs typeface="+mn-cs"/>
                <a:sym typeface="Calibri"/>
              </a:defRPr>
            </a:pPr>
            <a:r>
              <a:t>Clean the dataset by handling missing values, removing duplicates, and standardizing formats.</a:t>
            </a:r>
          </a:p>
          <a:p>
            <a:pPr lvl="1" marL="629919" indent="-305434">
              <a:lnSpc>
                <a:spcPct val="100000"/>
              </a:lnSpc>
              <a:defRPr b="1" sz="1200">
                <a:latin typeface="+mn-lt"/>
                <a:ea typeface="+mn-ea"/>
                <a:cs typeface="+mn-cs"/>
                <a:sym typeface="Calibri"/>
              </a:defRPr>
            </a:pPr>
            <a:r>
              <a:t>Convert categorical variables into numerical formats if necessary.</a:t>
            </a:r>
          </a:p>
          <a:p>
            <a:pPr marL="305434" indent="-305434">
              <a:defRPr b="1" sz="1200">
                <a:latin typeface="+mn-lt"/>
                <a:ea typeface="+mn-ea"/>
                <a:cs typeface="+mn-cs"/>
                <a:sym typeface="Calibri"/>
              </a:defRPr>
            </a:pPr>
            <a:r>
              <a:t>Exploratory Data Analysis (EDA):</a:t>
            </a:r>
          </a:p>
          <a:p>
            <a:pPr lvl="1" marL="629919" indent="-305434">
              <a:lnSpc>
                <a:spcPct val="100000"/>
              </a:lnSpc>
              <a:defRPr b="1" sz="1200">
                <a:latin typeface="+mn-lt"/>
                <a:ea typeface="+mn-ea"/>
                <a:cs typeface="+mn-cs"/>
                <a:sym typeface="Calibri"/>
              </a:defRPr>
            </a:pPr>
            <a:r>
              <a:t>Conduct EDA to gain a preliminary understanding of the dataset.</a:t>
            </a:r>
          </a:p>
          <a:p>
            <a:pPr lvl="1" marL="629919" indent="-305434">
              <a:lnSpc>
                <a:spcPct val="100000"/>
              </a:lnSpc>
              <a:defRPr b="1" sz="1200">
                <a:latin typeface="+mn-lt"/>
                <a:ea typeface="+mn-ea"/>
                <a:cs typeface="+mn-cs"/>
                <a:sym typeface="Calibri"/>
              </a:defRPr>
            </a:pPr>
            <a:r>
              <a:t>Explore basic statistics, distributions, and visualizations to identify patterns and outliers .</a:t>
            </a:r>
          </a:p>
          <a:p>
            <a:pPr marL="305434" indent="-305434">
              <a:defRPr b="1" sz="1200">
                <a:latin typeface="+mn-lt"/>
                <a:ea typeface="+mn-ea"/>
                <a:cs typeface="+mn-cs"/>
                <a:sym typeface="Calibri"/>
              </a:defRPr>
            </a:pPr>
            <a:r>
              <a:t>Geographic and Industry Analysis :</a:t>
            </a:r>
          </a:p>
          <a:p>
            <a:pPr lvl="1" marL="629919" indent="-305434">
              <a:lnSpc>
                <a:spcPct val="100000"/>
              </a:lnSpc>
              <a:defRPr b="1" sz="1200">
                <a:latin typeface="+mn-lt"/>
                <a:ea typeface="+mn-ea"/>
                <a:cs typeface="+mn-cs"/>
                <a:sym typeface="Calibri"/>
              </a:defRPr>
            </a:pPr>
            <a:r>
              <a:t>Use geographical and industry segmentation to analyze the distribution of unicorn startups. Apply visualization techniques to highlight concentrations in specific regions or industries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itle 4"/>
          <p:cNvSpPr txBox="1"/>
          <p:nvPr>
            <p:ph type="title"/>
          </p:nvPr>
        </p:nvSpPr>
        <p:spPr>
          <a:xfrm>
            <a:off x="581192" y="662571"/>
            <a:ext cx="11029616" cy="530298"/>
          </a:xfrm>
          <a:prstGeom prst="rect">
            <a:avLst/>
          </a:prstGeom>
        </p:spPr>
        <p:txBody>
          <a:bodyPr/>
          <a:lstStyle>
            <a:lvl1pPr defTabSz="365760">
              <a:defRPr sz="3120">
                <a:solidFill>
                  <a:schemeClr val="accent1"/>
                </a:solidFill>
                <a:latin typeface="Arial"/>
                <a:ea typeface="Arial"/>
                <a:cs typeface="Arial"/>
                <a:sym typeface="Arial"/>
              </a:defRPr>
            </a:lvl1pPr>
          </a:lstStyle>
          <a:p>
            <a:pPr/>
            <a:r>
              <a:t>System  Approach</a:t>
            </a:r>
          </a:p>
        </p:txBody>
      </p:sp>
      <p:sp>
        <p:nvSpPr>
          <p:cNvPr id="113" name="Content Placeholder 1"/>
          <p:cNvSpPr txBox="1"/>
          <p:nvPr>
            <p:ph type="body" idx="1"/>
          </p:nvPr>
        </p:nvSpPr>
        <p:spPr>
          <a:xfrm>
            <a:off x="581192" y="1399561"/>
            <a:ext cx="11029617" cy="4673325"/>
          </a:xfrm>
          <a:prstGeom prst="rect">
            <a:avLst/>
          </a:prstGeom>
        </p:spPr>
        <p:txBody>
          <a:bodyPr/>
          <a:lstStyle/>
          <a:p>
            <a:pPr marL="305434" indent="-305434">
              <a:defRPr b="1" sz="1800">
                <a:solidFill>
                  <a:srgbClr val="0F0F0F"/>
                </a:solidFill>
              </a:defRPr>
            </a:pPr>
            <a:r>
              <a:t>System requirements :- </a:t>
            </a:r>
            <a:r>
              <a:rPr b="0"/>
              <a:t>Windows 10 or ubuntu or linux operating system , 4GB RAM, 256 GB storage   </a:t>
            </a:r>
            <a:endParaRPr b="0"/>
          </a:p>
          <a:p>
            <a:pPr marL="305434" indent="-305434">
              <a:defRPr b="1" sz="1800">
                <a:solidFill>
                  <a:srgbClr val="0F0F0F"/>
                </a:solidFill>
              </a:defRPr>
            </a:pPr>
            <a:r>
              <a:t>Library required to build the model:- </a:t>
            </a:r>
            <a:r>
              <a:rPr b="0"/>
              <a:t>pandas , numpy , seaborn , matplotlib , scipy , math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itle 4"/>
          <p:cNvSpPr txBox="1"/>
          <p:nvPr>
            <p:ph type="title"/>
          </p:nvPr>
        </p:nvSpPr>
        <p:spPr>
          <a:xfrm>
            <a:off x="581192" y="702155"/>
            <a:ext cx="11029616" cy="530297"/>
          </a:xfrm>
          <a:prstGeom prst="rect">
            <a:avLst/>
          </a:prstGeom>
        </p:spPr>
        <p:txBody>
          <a:bodyPr/>
          <a:lstStyle>
            <a:lvl1pPr defTabSz="365760">
              <a:defRPr sz="3120">
                <a:solidFill>
                  <a:schemeClr val="accent1"/>
                </a:solidFill>
                <a:latin typeface="Arial"/>
                <a:ea typeface="Arial"/>
                <a:cs typeface="Arial"/>
                <a:sym typeface="Arial"/>
              </a:defRPr>
            </a:lvl1pPr>
          </a:lstStyle>
          <a:p>
            <a:pPr/>
            <a:r>
              <a:t>Algorithm &amp; Deployment</a:t>
            </a:r>
          </a:p>
        </p:txBody>
      </p:sp>
      <p:sp>
        <p:nvSpPr>
          <p:cNvPr id="116" name="Content Placeholder 1"/>
          <p:cNvSpPr txBox="1"/>
          <p:nvPr>
            <p:ph type="body" idx="1"/>
          </p:nvPr>
        </p:nvSpPr>
        <p:spPr>
          <a:xfrm>
            <a:off x="581191" y="1302025"/>
            <a:ext cx="11029617" cy="4673325"/>
          </a:xfrm>
          <a:prstGeom prst="rect">
            <a:avLst/>
          </a:prstGeom>
        </p:spPr>
        <p:txBody>
          <a:bodyPr/>
          <a:lstStyle/>
          <a:p>
            <a:pPr marL="305434" indent="-305434">
              <a:defRPr b="1" sz="1400"/>
            </a:pPr>
            <a:r>
              <a:t>Data Collection</a:t>
            </a:r>
            <a:r>
              <a:rPr b="0"/>
              <a:t>:</a:t>
            </a:r>
            <a:endParaRPr b="0"/>
          </a:p>
          <a:p>
            <a:pPr marL="305434" indent="-305434">
              <a:defRPr sz="1400"/>
            </a:pPr>
            <a:r>
              <a:t>Gather data on unicorn startups from diverse sources, including financial reports, investment databases, and reputable business news outlets.</a:t>
            </a:r>
          </a:p>
          <a:p>
            <a:pPr marL="305434" indent="-305434">
              <a:defRPr b="1" sz="1400"/>
            </a:pPr>
            <a:r>
              <a:t>Data Cleaning and Preprocessing::</a:t>
            </a:r>
          </a:p>
          <a:p>
            <a:pPr lvl="1" marL="629919" indent="-305434">
              <a:lnSpc>
                <a:spcPct val="100000"/>
              </a:lnSpc>
              <a:defRPr sz="1400"/>
            </a:pPr>
            <a:r>
              <a:t>Handle missing values, remove duplicates, and standardize data formats.</a:t>
            </a:r>
          </a:p>
          <a:p>
            <a:pPr lvl="1" marL="629919" indent="-305434">
              <a:lnSpc>
                <a:spcPct val="100000"/>
              </a:lnSpc>
              <a:defRPr sz="1400"/>
            </a:pPr>
            <a:r>
              <a:t>Convert categorical variables into numerical formats if necessary.</a:t>
            </a:r>
          </a:p>
          <a:p>
            <a:pPr lvl="1" marL="629919" indent="-305434">
              <a:lnSpc>
                <a:spcPct val="100000"/>
              </a:lnSpc>
              <a:defRPr sz="1400"/>
            </a:pPr>
            <a:r>
              <a:t>Perform exploratory data analysis (EDA) to understand the distribution and characteristics of the data.</a:t>
            </a:r>
            <a:r>
              <a:rPr b="1"/>
              <a:t>Data Input:</a:t>
            </a:r>
            <a:r>
              <a:t>.</a:t>
            </a:r>
          </a:p>
          <a:p>
            <a:pPr marL="305434" indent="-305434">
              <a:defRPr b="1" sz="1400"/>
            </a:pPr>
            <a:r>
              <a:t>Feature Engineering:</a:t>
            </a:r>
          </a:p>
          <a:p>
            <a:pPr lvl="1" marL="629919" indent="-305434">
              <a:lnSpc>
                <a:spcPct val="100000"/>
              </a:lnSpc>
              <a:defRPr sz="1400"/>
            </a:pPr>
            <a:r>
              <a:t>Consider generating features related to funding rounds, investor profiles, market trends, and technological innovations.</a:t>
            </a:r>
          </a:p>
          <a:p>
            <a:pPr lvl="1" marL="629919" indent="-305434">
              <a:lnSpc>
                <a:spcPct val="100000"/>
              </a:lnSpc>
              <a:defRPr b="1" sz="1400"/>
            </a:pPr>
          </a:p>
          <a:p>
            <a:pPr marL="305434" indent="-305434">
              <a:defRPr b="1" sz="1800"/>
            </a:pPr>
            <a:r>
              <a:t>Identification of Success Factors:</a:t>
            </a:r>
            <a:r>
              <a:rPr sz="1400"/>
              <a:t>:</a:t>
            </a:r>
            <a:endParaRPr sz="1400"/>
          </a:p>
          <a:p>
            <a:pPr lvl="1" marL="629919" indent="-305434">
              <a:lnSpc>
                <a:spcPct val="100000"/>
              </a:lnSpc>
              <a:defRPr sz="1400"/>
            </a:pPr>
            <a:r>
              <a:t>Conduct statistical analysis to identify key success factors.</a:t>
            </a:r>
          </a:p>
          <a:p>
            <a:pPr lvl="1" marL="629919" indent="-305434">
              <a:lnSpc>
                <a:spcPct val="100000"/>
              </a:lnSpc>
              <a:defRPr sz="1400"/>
            </a:pPr>
            <a:r>
              <a:t>Explore correlations between success metrics and various features..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itle 4"/>
          <p:cNvSpPr txBox="1"/>
          <p:nvPr>
            <p:ph type="title"/>
          </p:nvPr>
        </p:nvSpPr>
        <p:spPr>
          <a:xfrm>
            <a:off x="581192" y="702155"/>
            <a:ext cx="11029616" cy="530297"/>
          </a:xfrm>
          <a:prstGeom prst="rect">
            <a:avLst/>
          </a:prstGeom>
        </p:spPr>
        <p:txBody>
          <a:bodyPr/>
          <a:lstStyle>
            <a:lvl1pPr defTabSz="365760">
              <a:defRPr sz="3120">
                <a:solidFill>
                  <a:schemeClr val="accent1"/>
                </a:solidFill>
                <a:latin typeface="Arial"/>
                <a:ea typeface="Arial"/>
                <a:cs typeface="Arial"/>
                <a:sym typeface="Arial"/>
              </a:defRPr>
            </a:lvl1pPr>
          </a:lstStyle>
          <a:p>
            <a:pPr/>
            <a:r>
              <a:t>Result</a:t>
            </a:r>
          </a:p>
        </p:txBody>
      </p:sp>
      <p:pic>
        <p:nvPicPr>
          <p:cNvPr id="119" name="Content Placeholder 6" descr="Content Placeholder 6"/>
          <p:cNvPicPr>
            <a:picLocks noChangeAspect="1"/>
          </p:cNvPicPr>
          <p:nvPr/>
        </p:nvPicPr>
        <p:blipFill>
          <a:blip r:embed="rId2">
            <a:extLst/>
          </a:blip>
          <a:stretch>
            <a:fillRect/>
          </a:stretch>
        </p:blipFill>
        <p:spPr>
          <a:xfrm>
            <a:off x="914400" y="1697584"/>
            <a:ext cx="10363200" cy="406181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itle 1"/>
          <p:cNvSpPr txBox="1"/>
          <p:nvPr>
            <p:ph type="title"/>
          </p:nvPr>
        </p:nvSpPr>
        <p:spPr>
          <a:xfrm>
            <a:off x="581192" y="702155"/>
            <a:ext cx="11029616" cy="530297"/>
          </a:xfrm>
          <a:prstGeom prst="rect">
            <a:avLst/>
          </a:prstGeom>
        </p:spPr>
        <p:txBody>
          <a:bodyPr/>
          <a:lstStyle>
            <a:lvl1pPr defTabSz="356615">
              <a:defRPr sz="3120">
                <a:solidFill>
                  <a:schemeClr val="accent1"/>
                </a:solidFill>
                <a:latin typeface="Arial"/>
                <a:ea typeface="Arial"/>
                <a:cs typeface="Arial"/>
                <a:sym typeface="Arial"/>
              </a:defRPr>
            </a:lvl1pPr>
          </a:lstStyle>
          <a:p>
            <a:pPr/>
            <a:r>
              <a:t>Result</a:t>
            </a:r>
          </a:p>
        </p:txBody>
      </p:sp>
      <p:pic>
        <p:nvPicPr>
          <p:cNvPr id="122" name="Content Placeholder 6" descr="Content Placeholder 6"/>
          <p:cNvPicPr>
            <a:picLocks noChangeAspect="1"/>
          </p:cNvPicPr>
          <p:nvPr/>
        </p:nvPicPr>
        <p:blipFill>
          <a:blip r:embed="rId2">
            <a:extLst/>
          </a:blip>
          <a:stretch>
            <a:fillRect/>
          </a:stretch>
        </p:blipFill>
        <p:spPr>
          <a:xfrm>
            <a:off x="811761" y="1301750"/>
            <a:ext cx="10375643" cy="4854095"/>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Title 1"/>
          <p:cNvSpPr txBox="1"/>
          <p:nvPr>
            <p:ph type="title"/>
          </p:nvPr>
        </p:nvSpPr>
        <p:spPr>
          <a:xfrm>
            <a:off x="581192" y="702155"/>
            <a:ext cx="11029616" cy="530297"/>
          </a:xfrm>
          <a:prstGeom prst="rect">
            <a:avLst/>
          </a:prstGeom>
        </p:spPr>
        <p:txBody>
          <a:bodyPr/>
          <a:lstStyle>
            <a:lvl1pPr defTabSz="356615">
              <a:defRPr sz="3120">
                <a:solidFill>
                  <a:schemeClr val="accent1"/>
                </a:solidFill>
                <a:latin typeface="Arial"/>
                <a:ea typeface="Arial"/>
                <a:cs typeface="Arial"/>
                <a:sym typeface="Arial"/>
              </a:defRPr>
            </a:lvl1pPr>
          </a:lstStyle>
          <a:p>
            <a:pPr/>
            <a:r>
              <a:t>Result</a:t>
            </a:r>
          </a:p>
        </p:txBody>
      </p:sp>
      <p:pic>
        <p:nvPicPr>
          <p:cNvPr id="125" name="Content Placeholder 4" descr="Content Placeholder 4"/>
          <p:cNvPicPr>
            <a:picLocks noChangeAspect="1"/>
          </p:cNvPicPr>
          <p:nvPr/>
        </p:nvPicPr>
        <p:blipFill>
          <a:blip r:embed="rId2">
            <a:extLst/>
          </a:blip>
          <a:stretch>
            <a:fillRect/>
          </a:stretch>
        </p:blipFill>
        <p:spPr>
          <a:xfrm>
            <a:off x="793101" y="1301750"/>
            <a:ext cx="10524933" cy="4854095"/>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Title 1"/>
          <p:cNvSpPr txBox="1"/>
          <p:nvPr>
            <p:ph type="title"/>
          </p:nvPr>
        </p:nvSpPr>
        <p:spPr>
          <a:xfrm>
            <a:off x="581192" y="702155"/>
            <a:ext cx="11029616" cy="530297"/>
          </a:xfrm>
          <a:prstGeom prst="rect">
            <a:avLst/>
          </a:prstGeom>
        </p:spPr>
        <p:txBody>
          <a:bodyPr/>
          <a:lstStyle>
            <a:lvl1pPr defTabSz="356615">
              <a:defRPr sz="3120">
                <a:solidFill>
                  <a:schemeClr val="accent1"/>
                </a:solidFill>
                <a:latin typeface="Arial"/>
                <a:ea typeface="Arial"/>
                <a:cs typeface="Arial"/>
                <a:sym typeface="Arial"/>
              </a:defRPr>
            </a:lvl1pPr>
          </a:lstStyle>
          <a:p>
            <a:pPr/>
            <a:r>
              <a:t>Result</a:t>
            </a:r>
          </a:p>
        </p:txBody>
      </p:sp>
      <p:pic>
        <p:nvPicPr>
          <p:cNvPr id="128" name="Content Placeholder 4" descr="Content Placeholder 4"/>
          <p:cNvPicPr>
            <a:picLocks noChangeAspect="1"/>
          </p:cNvPicPr>
          <p:nvPr/>
        </p:nvPicPr>
        <p:blipFill>
          <a:blip r:embed="rId2">
            <a:extLst/>
          </a:blip>
          <a:stretch>
            <a:fillRect/>
          </a:stretch>
        </p:blipFill>
        <p:spPr>
          <a:xfrm>
            <a:off x="718457" y="1301749"/>
            <a:ext cx="10496940" cy="505239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itle 1"/>
          <p:cNvSpPr txBox="1"/>
          <p:nvPr>
            <p:ph type="title"/>
          </p:nvPr>
        </p:nvSpPr>
        <p:spPr>
          <a:xfrm>
            <a:off x="581192" y="702155"/>
            <a:ext cx="11029616" cy="530297"/>
          </a:xfrm>
          <a:prstGeom prst="rect">
            <a:avLst/>
          </a:prstGeom>
        </p:spPr>
        <p:txBody>
          <a:bodyPr/>
          <a:lstStyle>
            <a:lvl1pPr defTabSz="356615">
              <a:defRPr sz="3120">
                <a:solidFill>
                  <a:schemeClr val="accent1"/>
                </a:solidFill>
                <a:latin typeface="Arial"/>
                <a:ea typeface="Arial"/>
                <a:cs typeface="Arial"/>
                <a:sym typeface="Arial"/>
              </a:defRPr>
            </a:lvl1pPr>
          </a:lstStyle>
          <a:p>
            <a:pPr/>
            <a:r>
              <a:t>Result</a:t>
            </a:r>
          </a:p>
        </p:txBody>
      </p:sp>
      <p:pic>
        <p:nvPicPr>
          <p:cNvPr id="131" name="Content Placeholder 4" descr="Content Placeholder 4"/>
          <p:cNvPicPr>
            <a:picLocks noChangeAspect="1"/>
          </p:cNvPicPr>
          <p:nvPr/>
        </p:nvPicPr>
        <p:blipFill>
          <a:blip r:embed="rId2">
            <a:extLst/>
          </a:blip>
          <a:stretch>
            <a:fillRect/>
          </a:stretch>
        </p:blipFill>
        <p:spPr>
          <a:xfrm>
            <a:off x="811762" y="1301750"/>
            <a:ext cx="10571584" cy="46736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Title 1"/>
          <p:cNvSpPr txBox="1"/>
          <p:nvPr>
            <p:ph type="title"/>
          </p:nvPr>
        </p:nvSpPr>
        <p:spPr>
          <a:xfrm>
            <a:off x="581192" y="702155"/>
            <a:ext cx="11029616" cy="530297"/>
          </a:xfrm>
          <a:prstGeom prst="rect">
            <a:avLst/>
          </a:prstGeom>
        </p:spPr>
        <p:txBody>
          <a:bodyPr/>
          <a:lstStyle>
            <a:lvl1pPr defTabSz="356615">
              <a:defRPr sz="3120">
                <a:solidFill>
                  <a:schemeClr val="accent1"/>
                </a:solidFill>
                <a:latin typeface="Arial"/>
                <a:ea typeface="Arial"/>
                <a:cs typeface="Arial"/>
                <a:sym typeface="Arial"/>
              </a:defRPr>
            </a:lvl1pPr>
          </a:lstStyle>
          <a:p>
            <a:pPr/>
            <a:r>
              <a:t>Result</a:t>
            </a:r>
          </a:p>
        </p:txBody>
      </p:sp>
      <p:pic>
        <p:nvPicPr>
          <p:cNvPr id="134" name="Content Placeholder 4" descr="Content Placeholder 4"/>
          <p:cNvPicPr>
            <a:picLocks noChangeAspect="1"/>
          </p:cNvPicPr>
          <p:nvPr/>
        </p:nvPicPr>
        <p:blipFill>
          <a:blip r:embed="rId2">
            <a:extLst/>
          </a:blip>
          <a:stretch>
            <a:fillRect/>
          </a:stretch>
        </p:blipFill>
        <p:spPr>
          <a:xfrm>
            <a:off x="158620" y="1661823"/>
            <a:ext cx="11569959" cy="4419984"/>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itle 1"/>
          <p:cNvSpPr txBox="1"/>
          <p:nvPr>
            <p:ph type="title"/>
          </p:nvPr>
        </p:nvSpPr>
        <p:spPr>
          <a:xfrm>
            <a:off x="581192" y="702155"/>
            <a:ext cx="11029616" cy="530297"/>
          </a:xfrm>
          <a:prstGeom prst="rect">
            <a:avLst/>
          </a:prstGeom>
        </p:spPr>
        <p:txBody>
          <a:bodyPr/>
          <a:lstStyle>
            <a:lvl1pPr defTabSz="356615">
              <a:defRPr sz="3120">
                <a:solidFill>
                  <a:schemeClr val="accent1"/>
                </a:solidFill>
                <a:latin typeface="Arial"/>
                <a:ea typeface="Arial"/>
                <a:cs typeface="Arial"/>
                <a:sym typeface="Arial"/>
              </a:defRPr>
            </a:lvl1pPr>
          </a:lstStyle>
          <a:p>
            <a:pPr/>
            <a:r>
              <a:t>Result</a:t>
            </a:r>
          </a:p>
        </p:txBody>
      </p:sp>
      <p:pic>
        <p:nvPicPr>
          <p:cNvPr id="137" name="Content Placeholder 4" descr="Content Placeholder 4"/>
          <p:cNvPicPr>
            <a:picLocks noChangeAspect="1"/>
          </p:cNvPicPr>
          <p:nvPr/>
        </p:nvPicPr>
        <p:blipFill>
          <a:blip r:embed="rId2">
            <a:extLst/>
          </a:blip>
          <a:stretch>
            <a:fillRect/>
          </a:stretch>
        </p:blipFill>
        <p:spPr>
          <a:xfrm>
            <a:off x="699795" y="1614196"/>
            <a:ext cx="10580915" cy="4541649"/>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itle 4"/>
          <p:cNvSpPr txBox="1"/>
          <p:nvPr>
            <p:ph type="title"/>
          </p:nvPr>
        </p:nvSpPr>
        <p:spPr>
          <a:xfrm>
            <a:off x="581192" y="702155"/>
            <a:ext cx="11029616" cy="530297"/>
          </a:xfrm>
          <a:prstGeom prst="rect">
            <a:avLst/>
          </a:prstGeom>
        </p:spPr>
        <p:txBody>
          <a:bodyPr/>
          <a:lstStyle>
            <a:lvl1pPr defTabSz="365760">
              <a:defRPr sz="3120">
                <a:solidFill>
                  <a:schemeClr val="accent1"/>
                </a:solidFill>
                <a:latin typeface="Arial"/>
                <a:ea typeface="Arial"/>
                <a:cs typeface="Arial"/>
                <a:sym typeface="Arial"/>
              </a:defRPr>
            </a:lvl1pPr>
          </a:lstStyle>
          <a:p>
            <a:pPr/>
            <a:r>
              <a:t>Conclusion</a:t>
            </a:r>
          </a:p>
        </p:txBody>
      </p:sp>
      <p:sp>
        <p:nvSpPr>
          <p:cNvPr id="140" name="Content Placeholder 1"/>
          <p:cNvSpPr txBox="1"/>
          <p:nvPr>
            <p:ph type="body" idx="1"/>
          </p:nvPr>
        </p:nvSpPr>
        <p:spPr>
          <a:xfrm>
            <a:off x="581191" y="210343"/>
            <a:ext cx="11029617" cy="4673326"/>
          </a:xfrm>
          <a:prstGeom prst="rect">
            <a:avLst/>
          </a:prstGeom>
        </p:spPr>
        <p:txBody>
          <a:bodyPr/>
          <a:lstStyle>
            <a:lvl1pPr marL="305434" indent="-305434">
              <a:defRPr sz="2000">
                <a:solidFill>
                  <a:srgbClr val="0F0F0F"/>
                </a:solidFill>
              </a:defRPr>
            </a:lvl1pPr>
          </a:lstStyle>
          <a:p>
            <a:pPr/>
            <a:r>
              <a:t>In conclusion, the Unicorn Startups Data Analysis project aimed to uncover patterns, trends, and key indicators that distinguish successful startups with valuations exceeding $1 billion. The comprehensive analysis revealed several noteworthy insights that contribute to a deeper understanding of the factors driving unicorn startup success.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Content Placeholder 2"/>
          <p:cNvSpPr txBox="1"/>
          <p:nvPr>
            <p:ph type="body" idx="1"/>
          </p:nvPr>
        </p:nvSpPr>
        <p:spPr>
          <a:xfrm>
            <a:off x="581191" y="597158"/>
            <a:ext cx="11029617" cy="7259219"/>
          </a:xfrm>
          <a:prstGeom prst="rect">
            <a:avLst/>
          </a:prstGeom>
        </p:spPr>
        <p:txBody>
          <a:bodyPr/>
          <a:lstStyle/>
          <a:p>
            <a:pPr marL="0" indent="0">
              <a:buSzTx/>
              <a:buFont typeface="Wingdings 2"/>
              <a:buNone/>
              <a:defRPr b="1" sz="2000"/>
            </a:pPr>
          </a:p>
          <a:p>
            <a:pPr marL="305434" indent="-305434">
              <a:defRPr sz="2000"/>
            </a:pPr>
            <a:r>
              <a:t>Unicorn Startup Data Analysis's future includes using real-time predictions, ethical considerations, and diverse data sources. Emerging technologies and collaborations between different industries will be essential for providing straightforward insights to those involved in the ever-changing startup scene.</a:t>
            </a:r>
          </a:p>
          <a:p>
            <a:pPr marL="305434" indent="-305434">
              <a:defRPr sz="2000"/>
            </a:pPr>
          </a:p>
          <a:p>
            <a:pPr marL="305434" indent="-305434">
              <a:defRPr sz="2000"/>
            </a:pPr>
          </a:p>
          <a:p>
            <a:pPr marL="305434" indent="-305434">
              <a:defRPr sz="2000"/>
            </a:pPr>
          </a:p>
          <a:p>
            <a:pPr marL="305434" indent="-305434">
              <a:defRPr sz="2000"/>
            </a:pPr>
          </a:p>
          <a:p>
            <a:pPr marL="305434" indent="-305434">
              <a:defRPr sz="2000"/>
            </a:pPr>
          </a:p>
          <a:p>
            <a:pPr marL="305434" indent="-305434">
              <a:defRPr sz="2000"/>
            </a:pPr>
          </a:p>
        </p:txBody>
      </p:sp>
      <p:sp>
        <p:nvSpPr>
          <p:cNvPr id="143" name="Title 4"/>
          <p:cNvSpPr txBox="1"/>
          <p:nvPr/>
        </p:nvSpPr>
        <p:spPr>
          <a:xfrm>
            <a:off x="581390" y="844658"/>
            <a:ext cx="10938176" cy="530298"/>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lvl1pPr defTabSz="434340">
              <a:lnSpc>
                <a:spcPct val="80000"/>
              </a:lnSpc>
              <a:defRPr b="1" cap="all" sz="3135">
                <a:solidFill>
                  <a:schemeClr val="accent1"/>
                </a:solidFill>
                <a:latin typeface="Arial"/>
                <a:ea typeface="Arial"/>
                <a:cs typeface="Arial"/>
                <a:sym typeface="Arial"/>
              </a:defRPr>
            </a:lvl1pPr>
          </a:lstStyle>
          <a:p>
            <a:pPr/>
            <a:r>
              <a:t>Future scope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4"/>
          <p:cNvSpPr txBox="1"/>
          <p:nvPr>
            <p:ph type="title"/>
          </p:nvPr>
        </p:nvSpPr>
        <p:spPr>
          <a:xfrm>
            <a:off x="581192" y="702155"/>
            <a:ext cx="11029616" cy="530297"/>
          </a:xfrm>
          <a:prstGeom prst="rect">
            <a:avLst/>
          </a:prstGeom>
        </p:spPr>
        <p:txBody>
          <a:bodyPr/>
          <a:lstStyle>
            <a:lvl1pPr defTabSz="365760">
              <a:defRPr sz="3120">
                <a:solidFill>
                  <a:schemeClr val="accent1"/>
                </a:solidFill>
                <a:latin typeface="Arial"/>
                <a:ea typeface="Arial"/>
                <a:cs typeface="Arial"/>
                <a:sym typeface="Arial"/>
              </a:defRPr>
            </a:lvl1pPr>
          </a:lstStyle>
          <a:p>
            <a:pPr/>
            <a:r>
              <a:t>References</a:t>
            </a:r>
          </a:p>
        </p:txBody>
      </p:sp>
      <p:sp>
        <p:nvSpPr>
          <p:cNvPr id="146" name="Content Placeholder 1"/>
          <p:cNvSpPr txBox="1"/>
          <p:nvPr>
            <p:ph type="body" idx="1"/>
          </p:nvPr>
        </p:nvSpPr>
        <p:spPr>
          <a:xfrm>
            <a:off x="581191" y="1302025"/>
            <a:ext cx="11029617" cy="4673325"/>
          </a:xfrm>
          <a:prstGeom prst="rect">
            <a:avLst/>
          </a:prstGeom>
        </p:spPr>
        <p:txBody>
          <a:bodyPr/>
          <a:lstStyle/>
          <a:p>
            <a:pPr marL="305434" indent="-305434">
              <a:defRPr sz="2400"/>
            </a:pPr>
            <a:r>
              <a:rPr u="sng">
                <a:solidFill>
                  <a:srgbClr val="6EAC1C"/>
                </a:solidFill>
                <a:uFill>
                  <a:solidFill>
                    <a:srgbClr val="6EAC1C"/>
                  </a:solidFill>
                </a:uFill>
                <a:hlinkClick r:id="rId2" invalidUrl="" action="" tgtFrame="" tooltip="" history="1" highlightClick="0" endSnd="0"/>
              </a:rPr>
              <a:t>Deloitte India | Audit, Consulting, Financial Advisory, Risk Advisory, Tax services</a:t>
            </a:r>
          </a:p>
          <a:p>
            <a:pPr marL="305434" indent="-305434">
              <a:defRPr sz="2400"/>
            </a:pPr>
            <a:r>
              <a:rPr u="sng">
                <a:solidFill>
                  <a:srgbClr val="6EAC1C"/>
                </a:solidFill>
                <a:uFill>
                  <a:solidFill>
                    <a:srgbClr val="6EAC1C"/>
                  </a:solidFill>
                </a:uFill>
                <a:hlinkClick r:id="rId3" invalidUrl="" action="" tgtFrame="" tooltip="" history="1" highlightClick="0" endSnd="0"/>
              </a:rPr>
              <a:t>Google Books</a:t>
            </a:r>
          </a:p>
          <a:p>
            <a:pPr marL="305434" indent="-305434">
              <a:defRPr sz="2400"/>
            </a:pPr>
            <a:r>
              <a:rPr u="sng">
                <a:solidFill>
                  <a:srgbClr val="6EAC1C"/>
                </a:solidFill>
                <a:uFill>
                  <a:solidFill>
                    <a:srgbClr val="6EAC1C"/>
                  </a:solidFill>
                </a:uFill>
                <a:hlinkClick r:id="rId4" invalidUrl="" action="" tgtFrame="" tooltip="" history="1" highlightClick="0" endSnd="0"/>
              </a:rPr>
              <a:t>The Wall Street Journal - Breaking News, Business, Financial &amp; Economic News, World News and Video (wsj.com)</a:t>
            </a:r>
          </a:p>
          <a:p>
            <a:pPr marL="305434" indent="-305434">
              <a:defRPr sz="2400"/>
            </a:pPr>
            <a:r>
              <a:rPr u="sng">
                <a:solidFill>
                  <a:srgbClr val="6EAC1C"/>
                </a:solidFill>
                <a:uFill>
                  <a:solidFill>
                    <a:srgbClr val="6EAC1C"/>
                  </a:solidFill>
                </a:uFill>
                <a:hlinkClick r:id="rId5" invalidUrl="" action="" tgtFrame="" tooltip="" history="1" highlightClick="0" endSnd="0"/>
              </a:rPr>
              <a:t>Wellfound</a:t>
            </a:r>
            <a:r>
              <a:rPr u="sng">
                <a:solidFill>
                  <a:srgbClr val="6EAC1C"/>
                </a:solidFill>
                <a:uFill>
                  <a:solidFill>
                    <a:srgbClr val="6EAC1C"/>
                  </a:solidFill>
                </a:uFill>
                <a:hlinkClick r:id="rId5" invalidUrl="" action="" tgtFrame="" tooltip="" history="1" highlightClick="0" endSnd="0"/>
              </a:rPr>
              <a:t> (formerly AngelList Talent) - Startup Job Search</a:t>
            </a:r>
          </a:p>
          <a:p>
            <a:pPr marL="305434" indent="-305434">
              <a:defRPr sz="2400"/>
            </a:pPr>
            <a:r>
              <a:rPr u="sng">
                <a:solidFill>
                  <a:srgbClr val="6EAC1C"/>
                </a:solidFill>
                <a:uFill>
                  <a:solidFill>
                    <a:srgbClr val="6EAC1C"/>
                  </a:solidFill>
                </a:uFill>
                <a:hlinkClick r:id="rId6" invalidUrl="" action="" tgtFrame="" tooltip="" history="1" highlightClick="0" endSnd="0"/>
              </a:rPr>
              <a:t>Harvard Business Review - Ideas and Advice for Leaders (hbr.org)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ividendVTI">
  <a:themeElements>
    <a:clrScheme name="DividendVTI">
      <a:dk1>
        <a:srgbClr val="000000"/>
      </a:dk1>
      <a:lt1>
        <a:srgbClr val="FFFFFF"/>
      </a:lt1>
      <a:dk2>
        <a:srgbClr val="A7A7A7"/>
      </a:dk2>
      <a:lt2>
        <a:srgbClr val="535353"/>
      </a:lt2>
      <a:accent1>
        <a:srgbClr val="1CADE4"/>
      </a:accent1>
      <a:accent2>
        <a:srgbClr val="2683C6"/>
      </a:accent2>
      <a:accent3>
        <a:srgbClr val="27CED7"/>
      </a:accent3>
      <a:accent4>
        <a:srgbClr val="42BA97"/>
      </a:accent4>
      <a:accent5>
        <a:srgbClr val="3E8853"/>
      </a:accent5>
      <a:accent6>
        <a:srgbClr val="62A39F"/>
      </a:accent6>
      <a:hlink>
        <a:srgbClr val="0000FF"/>
      </a:hlink>
      <a:folHlink>
        <a:srgbClr val="FF00FF"/>
      </a:folHlink>
    </a:clrScheme>
    <a:fontScheme name="DividendVTI">
      <a:majorFont>
        <a:latin typeface="Helvetica"/>
        <a:ea typeface="Helvetica"/>
        <a:cs typeface="Helvetica"/>
      </a:majorFont>
      <a:minorFont>
        <a:latin typeface="Calibri"/>
        <a:ea typeface="Calibri"/>
        <a:cs typeface="Calibri"/>
      </a:minorFont>
    </a:fontScheme>
    <a:fmtScheme name="Dividend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5000"/>
              </a:srgbClr>
            </a:outerShdw>
          </a:effectLst>
        </a:effectStyle>
        <a:effectStyle>
          <a:effectLst>
            <a:outerShdw sx="100000" sy="100000" kx="0" ky="0" algn="b" rotWithShape="0" blurRad="38100" dist="25400" dir="5400000">
              <a:srgbClr val="000000">
                <a:alpha val="5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2225" cap="rnd">
          <a:solidFill>
            <a:schemeClr val="accent1"/>
          </a:solidFill>
          <a:prstDash val="solid"/>
          <a:round/>
        </a:ln>
        <a:effectLst>
          <a:outerShdw sx="100000" sy="100000" kx="0" ky="0" algn="b" rotWithShape="0" blurRad="38100" dist="25400" dir="5400000">
            <a:srgbClr val="000000">
              <a:alpha val="5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2225"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ividendVTI">
  <a:themeElements>
    <a:clrScheme name="DividendVTI">
      <a:dk1>
        <a:srgbClr val="000000"/>
      </a:dk1>
      <a:lt1>
        <a:srgbClr val="FFFFFF"/>
      </a:lt1>
      <a:dk2>
        <a:srgbClr val="A7A7A7"/>
      </a:dk2>
      <a:lt2>
        <a:srgbClr val="535353"/>
      </a:lt2>
      <a:accent1>
        <a:srgbClr val="1CADE4"/>
      </a:accent1>
      <a:accent2>
        <a:srgbClr val="2683C6"/>
      </a:accent2>
      <a:accent3>
        <a:srgbClr val="27CED7"/>
      </a:accent3>
      <a:accent4>
        <a:srgbClr val="42BA97"/>
      </a:accent4>
      <a:accent5>
        <a:srgbClr val="3E8853"/>
      </a:accent5>
      <a:accent6>
        <a:srgbClr val="62A39F"/>
      </a:accent6>
      <a:hlink>
        <a:srgbClr val="0000FF"/>
      </a:hlink>
      <a:folHlink>
        <a:srgbClr val="FF00FF"/>
      </a:folHlink>
    </a:clrScheme>
    <a:fontScheme name="DividendVTI">
      <a:majorFont>
        <a:latin typeface="Helvetica"/>
        <a:ea typeface="Helvetica"/>
        <a:cs typeface="Helvetica"/>
      </a:majorFont>
      <a:minorFont>
        <a:latin typeface="Calibri"/>
        <a:ea typeface="Calibri"/>
        <a:cs typeface="Calibri"/>
      </a:minorFont>
    </a:fontScheme>
    <a:fmtScheme name="Dividend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5000"/>
              </a:srgbClr>
            </a:outerShdw>
          </a:effectLst>
        </a:effectStyle>
        <a:effectStyle>
          <a:effectLst>
            <a:outerShdw sx="100000" sy="100000" kx="0" ky="0" algn="b" rotWithShape="0" blurRad="38100" dist="25400" dir="5400000">
              <a:srgbClr val="000000">
                <a:alpha val="5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2225" cap="rnd">
          <a:solidFill>
            <a:schemeClr val="accent1"/>
          </a:solidFill>
          <a:prstDash val="solid"/>
          <a:round/>
        </a:ln>
        <a:effectLst>
          <a:outerShdw sx="100000" sy="100000" kx="0" ky="0" algn="b" rotWithShape="0" blurRad="38100" dist="25400" dir="5400000">
            <a:srgbClr val="000000">
              <a:alpha val="5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2225"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